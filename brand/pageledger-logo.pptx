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7335500" cy="17145000"/>
  <p:notesSz cx="17145000" cy="17335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8667750" cy="8572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700" y="0"/>
            <a:ext cx="8686800" cy="8572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53450"/>
            <a:ext cx="8667750" cy="8591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8700" y="8553450"/>
            <a:ext cx="8686800" cy="8591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2026-06-24T16:50:24Z</dcterms:created>
  <dcterms:modified xsi:type="dcterms:W3CDTF">2026-06-24T16:50:24Z</dcterms:modified>
</cp:coreProperties>
</file>